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ba2dadf49e47d1" /><Relationship Type="http://schemas.openxmlformats.org/officeDocument/2006/relationships/extended-properties" Target="/docProps/app.xml" Id="R3c43b3b459fe4138" /><Relationship Type="http://schemas.openxmlformats.org/officeDocument/2006/relationships/officeDocument" Target="/ppt/presentation.xml" Id="Reb23fdf9db2b4b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cb13142a34c00"/>
  </p:sldMasterIdLst>
  <p:notesMasterIdLst>
    <p:notesMasterId xmlns:r="http://schemas.openxmlformats.org/officeDocument/2006/relationships" r:id="R5f0938b156974a97"/>
  </p:notesMasterIdLst>
  <p:sldIdLst>
    <p:sldId xmlns:r="http://schemas.openxmlformats.org/officeDocument/2006/relationships" id="256" r:id="R0d5564d811b946c4"/>
    <p:sldId xmlns:r="http://schemas.openxmlformats.org/officeDocument/2006/relationships" id="257" r:id="Rdb63e194e4c84450"/>
    <p:sldId xmlns:r="http://schemas.openxmlformats.org/officeDocument/2006/relationships" id="258" r:id="R1b5812bbc9b640ec"/>
    <p:sldId xmlns:r="http://schemas.openxmlformats.org/officeDocument/2006/relationships" id="259" r:id="Rcb104318f1744199"/>
    <p:sldId xmlns:r="http://schemas.openxmlformats.org/officeDocument/2006/relationships" id="260" r:id="R052accec29654532"/>
    <p:sldId xmlns:r="http://schemas.openxmlformats.org/officeDocument/2006/relationships" id="261" r:id="Rb8227b9ebfb44fbe"/>
    <p:sldId xmlns:r="http://schemas.openxmlformats.org/officeDocument/2006/relationships" id="262" r:id="R7e665550064e4f84"/>
    <p:sldId xmlns:r="http://schemas.openxmlformats.org/officeDocument/2006/relationships" id="263" r:id="Ra96162dca16c4aca"/>
    <p:sldId xmlns:r="http://schemas.openxmlformats.org/officeDocument/2006/relationships" id="264" r:id="R9b1a7bdb0b734d9b"/>
    <p:sldId xmlns:r="http://schemas.openxmlformats.org/officeDocument/2006/relationships" id="265" r:id="Rf999e4e36e154c28"/>
  </p:sldIdLst>
  <p:sldSz cx="12191999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7af3d8fcb149dc" /><Relationship Type="http://schemas.openxmlformats.org/officeDocument/2006/relationships/slideMaster" Target="/ppt/slideMasters/slideMaster1.xml" Id="Re9bcb13142a34c00" /><Relationship Type="http://schemas.openxmlformats.org/officeDocument/2006/relationships/notesMaster" Target="/ppt/notesMasters/notesMaster1.xml" Id="R5f0938b156974a97" /><Relationship Type="http://schemas.openxmlformats.org/officeDocument/2006/relationships/presProps" Target="/ppt/presProps.xml" Id="R9dd87cbb14e941df" /><Relationship Type="http://schemas.openxmlformats.org/officeDocument/2006/relationships/viewProps" Target="/ppt/viewProps.xml" Id="Rdb7efd42157c423d" /><Relationship Type="http://schemas.openxmlformats.org/officeDocument/2006/relationships/tableStyles" Target="/ppt/tableStyles.xml" Id="R341007208a5a4225" /><Relationship Type="http://schemas.openxmlformats.org/officeDocument/2006/relationships/slide" Target="/ppt/slides/slide1.xml" Id="R0d5564d811b946c4" /><Relationship Type="http://schemas.openxmlformats.org/officeDocument/2006/relationships/slide" Target="/ppt/slides/slide2.xml" Id="Rdb63e194e4c84450" /><Relationship Type="http://schemas.openxmlformats.org/officeDocument/2006/relationships/slide" Target="/ppt/slides/slide3.xml" Id="R1b5812bbc9b640ec" /><Relationship Type="http://schemas.openxmlformats.org/officeDocument/2006/relationships/slide" Target="/ppt/slides/slide4.xml" Id="Rcb104318f1744199" /><Relationship Type="http://schemas.openxmlformats.org/officeDocument/2006/relationships/slide" Target="/ppt/slides/slide5.xml" Id="R052accec29654532" /><Relationship Type="http://schemas.openxmlformats.org/officeDocument/2006/relationships/slide" Target="/ppt/slides/slide6.xml" Id="Rb8227b9ebfb44fbe" /><Relationship Type="http://schemas.openxmlformats.org/officeDocument/2006/relationships/slide" Target="/ppt/slides/slide7.xml" Id="R7e665550064e4f84" /><Relationship Type="http://schemas.openxmlformats.org/officeDocument/2006/relationships/slide" Target="/ppt/slides/slide8.xml" Id="Ra96162dca16c4aca" /><Relationship Type="http://schemas.openxmlformats.org/officeDocument/2006/relationships/slide" Target="/ppt/slides/slide9.xml" Id="R9b1a7bdb0b734d9b" /><Relationship Type="http://schemas.openxmlformats.org/officeDocument/2006/relationships/slide" Target="/ppt/slides/slide10.xml" Id="Rf999e4e36e15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34281990c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d522d9ee148c2" /><Relationship Type="http://schemas.openxmlformats.org/officeDocument/2006/relationships/notesMaster" Target="/ppt/notesMasters/notesMaster1.xml" Id="Rdb219f35608d47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763689de749c9" /><Relationship Type="http://schemas.openxmlformats.org/officeDocument/2006/relationships/notesMaster" Target="/ppt/notesMasters/notesMaster1.xml" Id="Rab2f177c7c9847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8430a07634cfc" /><Relationship Type="http://schemas.openxmlformats.org/officeDocument/2006/relationships/notesMaster" Target="/ppt/notesMasters/notesMaster1.xml" Id="R0baf1eb1ef3945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073ab2f29444ac" /><Relationship Type="http://schemas.openxmlformats.org/officeDocument/2006/relationships/notesMaster" Target="/ppt/notesMasters/notesMaster1.xml" Id="Rfd71bd3f42c54b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013f254e034bfb" /><Relationship Type="http://schemas.openxmlformats.org/officeDocument/2006/relationships/notesMaster" Target="/ppt/notesMasters/notesMaster1.xml" Id="R41c4863fc898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6fed9f40e44a5e" /><Relationship Type="http://schemas.openxmlformats.org/officeDocument/2006/relationships/notesMaster" Target="/ppt/notesMasters/notesMaster1.xml" Id="R67d631bd8e654a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6ec99815434176" /><Relationship Type="http://schemas.openxmlformats.org/officeDocument/2006/relationships/notesMaster" Target="/ppt/notesMasters/notesMaster1.xml" Id="Rc8a9378f29a042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8eb44378449c3" /><Relationship Type="http://schemas.openxmlformats.org/officeDocument/2006/relationships/notesMaster" Target="/ppt/notesMasters/notesMaster1.xml" Id="Rc7dbda880ea8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3926a40f9a4200" /><Relationship Type="http://schemas.openxmlformats.org/officeDocument/2006/relationships/notesMaster" Target="/ppt/notesMasters/notesMaster1.xml" Id="R5f933a3dc1d747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7ca227e3d64ec1" /><Relationship Type="http://schemas.openxmlformats.org/officeDocument/2006/relationships/notesMaster" Target="/ppt/notesMasters/notesMaster1.xml" Id="R36018cf23137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pregunta: ¿qué significa 59,7%? Declarar independencia institucional.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la hipótesis de comprensión de cualquier impacto electoral. No hay piloto reportado.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los puntos y explicar denominador. Fuente nacional: manual p. 21.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las funciones locales del servicio con D1. Mostrar los nuevos accesos desde la portada.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revelar evidencia: valor, ámbito, fuente, revisión y límites. Consultar registro de fuentes para estado de verificación.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atribuir cambios a motivaciones o intervenciones. Separar tipo de elección conserva contexto.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una respuesta incorrecta y explicar por qué aprender no es solo acertar. No presentar puntuación como escala validada.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Crear una sala o usar demo ficticia. El presentador controla las rondas. Hay identificadores temporales y caducidad de dos horas. No se solicita intención de voto.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contraste numérico no verifica toda una afirmación. Mostrar el ejemplo de porcentaje frente a puntos y descargar la ficha. El acceso del sitio sigue privado y el piloto está pendiente.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a los 2:50. No afirmar publicación, aval institucional ni impacto medido. Consultar el reporte real de pruebas.</a:t>
            </a:r>
          </a:p>
          <a:p xmlns:a="http://schemas.openxmlformats.org/drawingml/2006/main">
            <a:r>
              <a:t>Fuente: https://ine.mx/wp-content/uploads/2025/06/Manual-Conteos-Censales-2009-2024.pdf</a:t>
            </a:r>
          </a:p>
          <a:p xmlns:a="http://schemas.openxmlformats.org/drawingml/2006/main">
            <a:r>
              <a:t>Proyecto independiente; sin aval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287cebe7747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a1245697f4a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6dbe968dd47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9a89fd1f945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d65c4e7e5d4a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60900180d44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dfdecda3842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8a21dceff47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3b5124d6746f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ad176db074e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4c0e9a07142e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191631-F432-48F2-B021-B6552F814C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FFF9787-E1E6-4780-861C-70BABDC19C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958BB0-87A5-4A88-B242-F1DA5DDA88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A6D4FE-373A-4F6A-A8DC-A88C4757D6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C68A8E-0CE9-46A9-B5C9-AB99C4B55B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A175B5-E6C9-45C5-9CC6-AF5F68FC5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432B3D-4285-4AE4-BE65-C0005C0AFF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2F3B95-B24F-49F8-8D41-4E00528CFB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A5879A-97A5-4738-9A2A-68ABBA2229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56FDD5-5A2D-4C2B-8DEA-3D6E45108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2B3A3-196C-4749-85EB-850ADEEBD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E3C54C-331F-4936-9BF3-FF39CB4288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75ADE5-48DF-46A0-970A-B888B78691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7BC12B6-CB3B-41DF-9D9D-E94DC4298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2B1459-43E9-4ADE-A884-C31C7333F2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C03BAA-1D58-4714-88DA-A2EA4718A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78B835-1DAB-4D24-8649-92D0967D92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9B205F-CD88-4275-B4D5-E47B529EFE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57168A-9B7E-4AE5-BE06-788B43DE98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9F07EDE-119D-4E9F-A498-BDD179CCC0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36E309-8818-4645-8D85-5685B63365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231F90-27CA-4466-825A-0BCA646FD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BE7298-B853-45FB-8948-AA4A1AA16C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DF6FFA6-3BB1-4902-8FE7-8E10288B7F1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4B7BD4B-F733-4ACB-8CE7-E123BFC53F1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6A15C4-A6F2-4241-B77B-510CA1A5DBF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B1BBA7E-9E12-46B6-B7D6-422361FEE5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C6008F2-C424-4778-8F74-2F840ADDC1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75FB8BC-F47C-44D2-AF81-75A35E24B1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05FEC-7271-4B06-BF69-0644460DB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8E55F9A-9E43-4B2D-8C2C-1304A1F0BC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F6F2A8-7E24-444B-A81E-344DC2A71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46C5A94-4669-4E44-BCD2-6833B040C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0A59DAD-5CC8-473B-BE62-EF58FAB73A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7EED18B-7BC5-4BEB-B237-5F8BBB532B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CD0D81D-2AF4-4FC5-B3DA-D1C6C3D9FC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E1E9AE-3155-4105-B41B-B93D33CE1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F010A7-187D-4B92-944B-1937A62BE7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7C9DDEE-ACC0-475C-B603-782C7CEBE8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5153D0-FCC7-433B-876A-7C5F6B14ED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443873-B416-4DDF-8D05-E7BFC5C28E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DAFC44E-1877-4098-952B-8E97B28D1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A87868-6660-4CAC-8624-687AC35F5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2CAE9E-112F-4ED9-95B3-D9C383C904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02AA8E-9443-449D-9BF8-C432544779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5B11AC-59DB-4DAE-912A-15F18D16B6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373D92-D34E-4684-AE17-93EA0745C0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F802F4-306E-42B4-B288-7CD3105DA2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0880E4-8CE1-4DFC-A089-CD2DF58CE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B8319D-E349-4B55-B92C-1DAC70961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4C17F9-032D-4BC5-88B8-A61020DBC4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E9A0C3-AE97-4C96-B25A-2D917CFC0B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B53BB-83E1-4ED9-B881-CEBBFDCD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2E438BA-F37B-40BC-880B-6D2DF4AE7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456C97-4A27-4A56-B265-4105A7F47D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1DDAE5-FC99-4BBF-A11E-77CFFA26C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874F48-D8EA-4EA4-9515-498CE1651B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0D74ED-D46E-469A-A715-874BD4F5B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1d0c02e094f8a" /><Relationship Type="http://schemas.openxmlformats.org/officeDocument/2006/relationships/slideLayout" Target="/ppt/slideLayouts/slideLayout1.xml" Id="R1c1cea79289e4d16" /><Relationship Type="http://schemas.openxmlformats.org/officeDocument/2006/relationships/slideLayout" Target="/ppt/slideLayouts/slideLayout2.xml" Id="Rcbf4021a49f4456a" /><Relationship Type="http://schemas.openxmlformats.org/officeDocument/2006/relationships/slideLayout" Target="/ppt/slideLayouts/slideLayout3.xml" Id="R980394fb3cca46b5" /><Relationship Type="http://schemas.openxmlformats.org/officeDocument/2006/relationships/slideLayout" Target="/ppt/slideLayouts/slideLayout4.xml" Id="R7f03f7a6c0b24d48" /><Relationship Type="http://schemas.openxmlformats.org/officeDocument/2006/relationships/slideLayout" Target="/ppt/slideLayouts/slideLayout5.xml" Id="Ra0448694402a4339" /><Relationship Type="http://schemas.openxmlformats.org/officeDocument/2006/relationships/slideLayout" Target="/ppt/slideLayouts/slideLayout6.xml" Id="R6b6373f15da041bb" /><Relationship Type="http://schemas.openxmlformats.org/officeDocument/2006/relationships/slideLayout" Target="/ppt/slideLayouts/slideLayout7.xml" Id="R78cf5efd55a545b4" /><Relationship Type="http://schemas.openxmlformats.org/officeDocument/2006/relationships/slideLayout" Target="/ppt/slideLayouts/slideLayout8.xml" Id="R30fe7f89c8d44cc3" /><Relationship Type="http://schemas.openxmlformats.org/officeDocument/2006/relationships/slideLayout" Target="/ppt/slideLayouts/slideLayout9.xml" Id="R512a59d06cd2410e" /><Relationship Type="http://schemas.openxmlformats.org/officeDocument/2006/relationships/slideLayout" Target="/ppt/slideLayouts/slideLayout10.xml" Id="R66fe48630edd4bf4" /><Relationship Type="http://schemas.openxmlformats.org/officeDocument/2006/relationships/slideLayout" Target="/ppt/slideLayouts/slideLayout11.xml" Id="R58b047aa3dcc42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68CC2FA-1479-4E5A-A6D3-6E9825402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D04490-FC7F-46D6-A38A-4C59988B01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7CA33D-BA90-48E8-A0DE-A185B4E5CA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1798DF-CC91-4233-8D4B-F8E992659F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8E5811-3362-4F86-9BB4-555F681B94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cea79289e4d16"/>
    <p:sldLayoutId xmlns:r="http://schemas.openxmlformats.org/officeDocument/2006/relationships" id="2147483650" r:id="Rcbf4021a49f4456a"/>
    <p:sldLayoutId xmlns:r="http://schemas.openxmlformats.org/officeDocument/2006/relationships" id="2147483651" r:id="R980394fb3cca46b5"/>
    <p:sldLayoutId xmlns:r="http://schemas.openxmlformats.org/officeDocument/2006/relationships" id="2147483652" r:id="R7f03f7a6c0b24d48"/>
    <p:sldLayoutId xmlns:r="http://schemas.openxmlformats.org/officeDocument/2006/relationships" id="2147483653" r:id="Ra0448694402a4339"/>
    <p:sldLayoutId xmlns:r="http://schemas.openxmlformats.org/officeDocument/2006/relationships" id="2147483654" r:id="R6b6373f15da041bb"/>
    <p:sldLayoutId xmlns:r="http://schemas.openxmlformats.org/officeDocument/2006/relationships" id="2147483655" r:id="R78cf5efd55a545b4"/>
    <p:sldLayoutId xmlns:r="http://schemas.openxmlformats.org/officeDocument/2006/relationships" id="2147483656" r:id="R30fe7f89c8d44cc3"/>
    <p:sldLayoutId xmlns:r="http://schemas.openxmlformats.org/officeDocument/2006/relationships" id="2147483657" r:id="R512a59d06cd2410e"/>
    <p:sldLayoutId xmlns:r="http://schemas.openxmlformats.org/officeDocument/2006/relationships" id="2147483658" r:id="R66fe48630edd4bf4"/>
    <p:sldLayoutId xmlns:r="http://schemas.openxmlformats.org/officeDocument/2006/relationships" id="2147483659" r:id="R58b047aa3dcc427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c0d6a6c6644409" /><Relationship Type="http://schemas.openxmlformats.org/officeDocument/2006/relationships/notesSlide" Target="/ppt/notesSlides/notesSlide1.xml" Id="Rf52786d059334c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94e7514c5b4ff2" /><Relationship Type="http://schemas.openxmlformats.org/officeDocument/2006/relationships/notesSlide" Target="/ppt/notesSlides/notesSlide2.xml" Id="R5ec98351375c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289055fcb14493" /><Relationship Type="http://schemas.openxmlformats.org/officeDocument/2006/relationships/notesSlide" Target="/ppt/notesSlides/notesSlide3.xml" Id="Re104751601814a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60a22991224050" /><Relationship Type="http://schemas.openxmlformats.org/officeDocument/2006/relationships/notesSlide" Target="/ppt/notesSlides/notesSlide4.xml" Id="R46a3b80c2b7842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63fb1490504c13" /><Relationship Type="http://schemas.openxmlformats.org/officeDocument/2006/relationships/notesSlide" Target="/ppt/notesSlides/notesSlide5.xml" Id="R49bdfdf0865a48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384668807f4ae7" /><Relationship Type="http://schemas.openxmlformats.org/officeDocument/2006/relationships/notesSlide" Target="/ppt/notesSlides/notesSlide6.xml" Id="R6017a57a788b4f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5095f33ddb470e" /><Relationship Type="http://schemas.openxmlformats.org/officeDocument/2006/relationships/notesSlide" Target="/ppt/notesSlides/notesSlide7.xml" Id="R12c9e2b6e0f347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f6552c3a94c94" /><Relationship Type="http://schemas.openxmlformats.org/officeDocument/2006/relationships/notesSlide" Target="/ppt/notesSlides/notesSlide8.xml" Id="Ra0b5fc13af4e47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03d5f39972428f" /><Relationship Type="http://schemas.openxmlformats.org/officeDocument/2006/relationships/notesSlide" Target="/ppt/notesSlides/notesSlide9.xml" Id="R5cd6426c8ac046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264459af184a14" /><Relationship Type="http://schemas.openxmlformats.org/officeDocument/2006/relationships/notesSlide" Target="/ppt/notesSlides/notesSlide10.xml" Id="R9748259aeba4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846416-CA51-4D64-8742-AEBC3A8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0BFEE1-2EB2-4363-A342-0A1F9609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RETO 3 / STORYTELLING CON DATOS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DA2F191-3194-41AE-AD5F-707139A0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100 VOCES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9F593D-E423-48BE-998C-434EC07D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967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0">
                <a:solidFill>
                  <a:srgbClr val="BAF5D1"/>
                </a:solidFill>
              </a:defRPr>
            </a:defPPr>
            <a:lvl1pPr>
              <a:buNone/>
              <a:defRPr sz="2800" b="0">
                <a:solidFill>
                  <a:srgbClr val="BAF5D1"/>
                </a:solidFill>
              </a:defRPr>
            </a:lvl1pPr>
            <a:lvl2pPr>
              <a:buNone/>
              <a:defRPr sz="2800" b="0">
                <a:solidFill>
                  <a:srgbClr val="BAF5D1"/>
                </a:solidFill>
              </a:defRPr>
            </a:lvl2pPr>
            <a:lvl3pPr>
              <a:buNone/>
              <a:defRPr sz="2800" b="0">
                <a:solidFill>
                  <a:srgbClr val="BAF5D1"/>
                </a:solidFill>
              </a:defRPr>
            </a:lvl3pPr>
            <a:lvl4pPr>
              <a:buNone/>
              <a:defRPr sz="2800" b="0">
                <a:solidFill>
                  <a:srgbClr val="BAF5D1"/>
                </a:solidFill>
              </a:defRPr>
            </a:lvl4pPr>
            <a:lvl5pPr>
              <a:buNone/>
              <a:defRPr sz="2800" b="0">
                <a:solidFill>
                  <a:srgbClr val="BAF5D1"/>
                </a:solidFill>
              </a:defRPr>
            </a:lvl5pPr>
            <a:lvl6pPr>
              <a:buNone/>
              <a:defRPr sz="2800" b="0">
                <a:solidFill>
                  <a:srgbClr val="BAF5D1"/>
                </a:solidFill>
              </a:defRPr>
            </a:lvl6pPr>
            <a:lvl7pPr>
              <a:buNone/>
              <a:defRPr sz="2800" b="0">
                <a:solidFill>
                  <a:srgbClr val="BAF5D1"/>
                </a:solidFill>
              </a:defRPr>
            </a:lvl7pPr>
            <a:lvl8pPr>
              <a:buNone/>
              <a:defRPr sz="2800" b="0">
                <a:solidFill>
                  <a:srgbClr val="BAF5D1"/>
                </a:solidFill>
              </a:defRPr>
            </a:lvl8pPr>
            <a:lvl9pPr>
              <a:buNone/>
              <a:defRPr sz="2800" b="0">
                <a:solidFill>
                  <a:srgbClr val="BAF5D1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Así participa México.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Datos para explorar y contrastar.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EAAC058-AF23-4ECF-8069-8801F64A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Participación ciudadana · CCPC 2009–2024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E9640E2-80FD-49BA-A9DE-E9AB0BC2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BFE450-D38A-4FD0-B99A-6229EDA0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C675A99-C9D2-4336-82F4-878FDD68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284146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6BF478-C702-4B14-87DB-C8D4F40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811D179-CE23-40B9-BC4E-F9382E5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01 / EL PROBLEMA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8E498F5-565D-4991-B48E-D183A8C4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Los datos necesitan contexto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A366EA6-B3EB-4C87-B8D0-0A7CCB80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147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Un porcentaje aislado no explica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qué mide ni qué permite concluir.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14275A-48EE-4803-B8A5-C360231B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Público: jóvenes, aula y divulgación cívica.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Propósito: comprensión e interpretación crítica.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041128-BC27-4DBE-B3F3-279C8ED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10CE1E-B934-441A-940C-E4B4666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E4B048-1C8F-438F-A39E-8FDC5C8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320480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095076-4F06-4973-BEBE-13BA7484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C37282-5FCC-44CD-B4A6-E709C8A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02 / LA PRIMERA ESCENA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867C98-0C8A-4C74-BECE-7E99557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Una cifra, cien puntos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72484FAF-870B-4F95-8F7D-4BDB1CFE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3E71908-368E-4073-BBA2-1E57CBF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E818654B-7B1F-43E7-BE47-E1DAB059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FB5BC66-2F62-4729-AE01-DDFD13B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794A8BA-DA19-4BEC-A9CE-FDE37DCF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355F1E0-2937-48BF-9295-6F7C0FD3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DF42546-13AF-42BC-95EF-E29EA03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1A6605D-6078-4A3A-A496-5E3D7A65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26FD37CF-1E9E-449B-AAA5-903BDF1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EC8CC7C-F894-45DD-887F-D46C6E96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AC07316-3072-46A1-8D60-0237DB89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4AD47E3-DD7C-48AC-ADB5-C0B10FC8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BDEB1B51-2104-4EBF-B7EE-16CCBCF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99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504FA45-0887-491C-8B7C-5F32FF8E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335F4F35-14DC-4FDC-9B63-1B93B4F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768D6888-5646-49AE-9550-AC5CEBD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4910535C-F1D8-4B28-B559-9F35089F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AF6BC6A1-0EEB-4B0C-BC46-748B98D0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144E873-5414-4E8D-A5C0-3AA5CF4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D13A2A9D-A42C-48FF-8A01-0487775A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635132B3-0226-431F-8F5D-118DDA7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56C47A7-8698-414C-B2F4-EF433F3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D7A15B4-93E5-44AD-951A-814140C5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27E9E47F-D27B-4120-AD22-71906719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15DE62C3-523F-48BD-8A02-BADF179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39539128-C9ED-4B42-AC31-468D643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70DF1EF9-E755-4C11-8820-E48D63E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24F88750-787D-4A86-909D-03408F9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41421019-DD58-4CC2-84AE-AB946D8F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67D25F90-4CF2-4E68-BCE0-8093543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358F565B-ED77-4C6A-9D03-FCBE0F7D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C89EE093-69C0-49D9-AB06-FED344D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76F3C192-0203-4F53-964B-1CA4E3E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99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7D52E82B-87EE-47B1-A9C7-54DEFD4F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66136C00-767F-4FBB-967C-82EE586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16266E6F-0625-4A57-BECC-997BEB83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2A0770A8-7292-4ED7-922B-A953F22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EB39DAD7-9936-4881-8E9E-C9D2915A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D422CA09-9986-4D77-BFF2-42D47960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602C61DA-50B4-474B-A6F9-3E3C3F8A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08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C41EE633-4A06-4A2E-B215-560B87D9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BA75D073-D439-4C74-8592-FAF8F9C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91955F75-82EB-4A1D-AC14-656EBE44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F6BDD626-ECF8-49D1-9FBA-2C472575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47393102-C126-40B4-8402-A367F55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CDB3C52-8A40-4508-A4FE-C1BDF70E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8D642109-1697-4EB6-8B48-41579827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07E93B60-3F32-4CFD-9384-BAD3878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017B5C22-BB71-415E-815C-D90AA65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660C6090-FE8B-42AF-B405-8A605265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13F4D6D9-58F8-4730-8B30-DEEBAC85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7066EFE3-7B5D-40F5-9DAD-A0417D86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225DDFAF-6BB4-4339-B894-15E2F055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99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915CBD97-32BD-4ECE-8BD0-A295B4F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FD060326-79B5-4B82-973A-37EA03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A9E27567-7805-415F-A5F6-F683F4B8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6240D22D-449F-4EEA-8645-21DE23A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3477D2CC-F595-41C4-9431-612DD84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2F04F5AD-8BDA-429F-82FC-F5E74B88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7C56CE48-AF7B-40FA-BF5F-33DF5CDC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779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8DA03CB7-7DCF-4A9E-AE16-A3C24900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60B6BC67-BAA6-4F1D-AFEC-7CC97B7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55C13E25-B9BB-4C40-A64B-C1FEDDF4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8D3F770C-C34A-4983-A856-DC53C7E4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0463C086-2B0D-48E5-BBA3-B5631112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A7D4F9DB-680D-4A53-8C41-2769CF0A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7E8E3E2A-DEFF-48C3-B5AA-108C8A0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D0A86F41-A1D2-4B8F-A1C0-FBEF0B0F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08312C28-C5EC-4D58-9C31-D569DDC2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F7F165C0-EE11-4812-AAE9-973B12A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C7E67613-9155-4207-BCEE-1C03AB3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CE7EE911-CF19-4DB2-ABC4-BF7A2C1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C5917668-D1DA-4CC5-B6C4-E7395028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99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98DF8481-441F-4CB6-B737-E8E10498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BB43E62B-3ACD-4E48-AAA8-F166762B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E7C81C83-56B9-4FB4-8E9C-7C8EBC0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961A4727-3B16-40D7-9D72-93466302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2D3C9E93-FA0C-48FC-BD02-B300697A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F500D61B-F946-464F-A425-DAB73BE0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105F1644-8FA4-4B18-8BDC-399086E4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60A1CF2B-5F3A-4A45-AF4C-B6906883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CC145727-2D6D-44AC-B934-CD0E31C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6A4C50CD-7C29-458F-A023-3506405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66865F69-0D68-4588-8109-559C8C41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2800664F-8BE9-4B09-A7FA-BC46CDE2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17BD6051-5471-4862-BB46-3C865B4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Oval 90">
            <a:extLst xmlns:a="http://schemas.openxmlformats.org/drawingml/2006/main">
              <a:ext uri="{FF2B5EF4-FFF2-40B4-BE49-F238E27FC236}">
                <a16:creationId xmlns:a16="http://schemas.microsoft.com/office/drawing/2014/main" id="{CEBFB405-2219-4502-81E9-E3FB870C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Oval 91">
            <a:extLst xmlns:a="http://schemas.openxmlformats.org/drawingml/2006/main">
              <a:ext uri="{FF2B5EF4-FFF2-40B4-BE49-F238E27FC236}">
                <a16:creationId xmlns:a16="http://schemas.microsoft.com/office/drawing/2014/main" id="{04114460-D34B-498F-8224-DBA7D84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3" name="Oval 92">
            <a:extLst xmlns:a="http://schemas.openxmlformats.org/drawingml/2006/main">
              <a:ext uri="{FF2B5EF4-FFF2-40B4-BE49-F238E27FC236}">
                <a16:creationId xmlns:a16="http://schemas.microsoft.com/office/drawing/2014/main" id="{246E2CDE-496A-4D1D-BA02-8473E48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4EC5FC60-AC7A-4855-B52C-FA7D7945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7BF843E2-0BB1-49C9-A629-B298C0A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B69B828C-E159-4A3E-85CC-110D9EE7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8A19DCC2-1A6A-4060-B8E2-B70B8A3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799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4554B9DE-13CF-4284-8726-D9B2CDC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4839DD0E-7AE0-4F3D-8441-D7345C96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FDD30635-98B7-4C08-A3BE-167C6770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DB5051E8-EB28-4A91-968D-573A1714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FAD539A8-998B-4B50-BF9F-E89A0A1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B832DD5B-B329-4B27-8DF0-175ADFE9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B3E7C934-0007-477C-8749-2AF1ED08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4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465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59823A96-93FA-4436-AF0C-9303056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3505200"/>
            <a:ext cx="48895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1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59,7%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1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2024 · Participación nacional CCPC</a:t>
            </a:r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F7B03A73-434D-4F56-8233-E5A4D2C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Cien puntos: ilustración redondeada.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Tasa: un decimal. Complemento: 40,3%.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5020D82B-1524-4461-9AA0-EEF523B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0B94FC19-0335-4480-9306-E8BCF3B1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109" name="TextBox 108">
            <a:extLst xmlns:a="http://schemas.openxmlformats.org/drawingml/2006/main">
              <a:ext uri="{FF2B5EF4-FFF2-40B4-BE49-F238E27FC236}">
                <a16:creationId xmlns:a16="http://schemas.microsoft.com/office/drawing/2014/main" id="{29567014-8E18-4396-8F6F-06567AFC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123964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4E6A4F-D2C5-4ECD-AA82-51F5CCAC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BF804C-A845-46CA-824B-6DA4374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00" b="1">
                <a:solidFill>
                  <a:srgbClr val="D9C4FF"/>
                </a:solidFill>
              </a:defRPr>
            </a:defPPr>
            <a:lvl1pPr>
              <a:buNone/>
              <a:defRPr sz="1300" b="1">
                <a:solidFill>
                  <a:srgbClr val="D9C4FF"/>
                </a:solidFill>
              </a:defRPr>
            </a:lvl1pPr>
            <a:lvl2pPr>
              <a:buNone/>
              <a:defRPr sz="1300" b="1">
                <a:solidFill>
                  <a:srgbClr val="D9C4FF"/>
                </a:solidFill>
              </a:defRPr>
            </a:lvl2pPr>
            <a:lvl3pPr>
              <a:buNone/>
              <a:defRPr sz="1300" b="1">
                <a:solidFill>
                  <a:srgbClr val="D9C4FF"/>
                </a:solidFill>
              </a:defRPr>
            </a:lvl3pPr>
            <a:lvl4pPr>
              <a:buNone/>
              <a:defRPr sz="1300" b="1">
                <a:solidFill>
                  <a:srgbClr val="D9C4FF"/>
                </a:solidFill>
              </a:defRPr>
            </a:lvl4pPr>
            <a:lvl5pPr>
              <a:buNone/>
              <a:defRPr sz="1300" b="1">
                <a:solidFill>
                  <a:srgbClr val="D9C4FF"/>
                </a:solidFill>
              </a:defRPr>
            </a:lvl5pPr>
            <a:lvl6pPr>
              <a:buNone/>
              <a:defRPr sz="1300" b="1">
                <a:solidFill>
                  <a:srgbClr val="D9C4FF"/>
                </a:solidFill>
              </a:defRPr>
            </a:lvl6pPr>
            <a:lvl7pPr>
              <a:buNone/>
              <a:defRPr sz="1300" b="1">
                <a:solidFill>
                  <a:srgbClr val="D9C4FF"/>
                </a:solidFill>
              </a:defRPr>
            </a:lvl7pPr>
            <a:lvl8pPr>
              <a:buNone/>
              <a:defRPr sz="1300" b="1">
                <a:solidFill>
                  <a:srgbClr val="D9C4FF"/>
                </a:solidFill>
              </a:defRPr>
            </a:lvl8pPr>
            <a:lvl9pPr>
              <a:buNone/>
              <a:defRPr sz="1300" b="1">
                <a:solidFill>
                  <a:srgbClr val="D9C4FF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D9C4FF"/>
                </a:solidFill>
              </a:rPr>
              <a:t>03 / LA EXPERIENCIA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816C6CB-BB47-4EB5-B415-4991A3DE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3900" b="1">
                <a:solidFill>
                  <a:srgbClr val="F9F7F2"/>
                </a:solidFill>
              </a:defRPr>
            </a:defPPr>
            <a:lvl1pPr>
              <a:buNone/>
              <a:defRPr sz="3900" b="1">
                <a:solidFill>
                  <a:srgbClr val="F9F7F2"/>
                </a:solidFill>
              </a:defRPr>
            </a:lvl1pPr>
            <a:lvl2pPr>
              <a:buNone/>
              <a:defRPr sz="3900" b="1">
                <a:solidFill>
                  <a:srgbClr val="F9F7F2"/>
                </a:solidFill>
              </a:defRPr>
            </a:lvl2pPr>
            <a:lvl3pPr>
              <a:buNone/>
              <a:defRPr sz="3900" b="1">
                <a:solidFill>
                  <a:srgbClr val="F9F7F2"/>
                </a:solidFill>
              </a:defRPr>
            </a:lvl3pPr>
            <a:lvl4pPr>
              <a:buNone/>
              <a:defRPr sz="3900" b="1">
                <a:solidFill>
                  <a:srgbClr val="F9F7F2"/>
                </a:solidFill>
              </a:defRPr>
            </a:lvl4pPr>
            <a:lvl5pPr>
              <a:buNone/>
              <a:defRPr sz="3900" b="1">
                <a:solidFill>
                  <a:srgbClr val="F9F7F2"/>
                </a:solidFill>
              </a:defRPr>
            </a:lvl5pPr>
            <a:lvl6pPr>
              <a:buNone/>
              <a:defRPr sz="3900" b="1">
                <a:solidFill>
                  <a:srgbClr val="F9F7F2"/>
                </a:solidFill>
              </a:defRPr>
            </a:lvl6pPr>
            <a:lvl7pPr>
              <a:buNone/>
              <a:defRPr sz="3900" b="1">
                <a:solidFill>
                  <a:srgbClr val="F9F7F2"/>
                </a:solidFill>
              </a:defRPr>
            </a:lvl7pPr>
            <a:lvl8pPr>
              <a:buNone/>
              <a:defRPr sz="3900" b="1">
                <a:solidFill>
                  <a:srgbClr val="F9F7F2"/>
                </a:solidFill>
              </a:defRPr>
            </a:lvl8pPr>
            <a:lvl9pPr>
              <a:buNone/>
              <a:defRPr sz="3900" b="1">
                <a:solidFill>
                  <a:srgbClr val="F9F7F2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9F7F2"/>
                </a:solidFill>
              </a:rPr>
              <a:t>Explorar y aprender con evidencia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43257DD-27DB-4A1D-9911-5539D68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0">
                <a:solidFill>
                  <a:srgbClr val="BAF5D1"/>
                </a:solidFill>
              </a:defRPr>
            </a:defPPr>
            <a:lvl1pPr>
              <a:buNone/>
              <a:defRPr sz="2800" b="0">
                <a:solidFill>
                  <a:srgbClr val="BAF5D1"/>
                </a:solidFill>
              </a:defRPr>
            </a:lvl1pPr>
            <a:lvl2pPr>
              <a:buNone/>
              <a:defRPr sz="2800" b="0">
                <a:solidFill>
                  <a:srgbClr val="BAF5D1"/>
                </a:solidFill>
              </a:defRPr>
            </a:lvl2pPr>
            <a:lvl3pPr>
              <a:buNone/>
              <a:defRPr sz="2800" b="0">
                <a:solidFill>
                  <a:srgbClr val="BAF5D1"/>
                </a:solidFill>
              </a:defRPr>
            </a:lvl3pPr>
            <a:lvl4pPr>
              <a:buNone/>
              <a:defRPr sz="2800" b="0">
                <a:solidFill>
                  <a:srgbClr val="BAF5D1"/>
                </a:solidFill>
              </a:defRPr>
            </a:lvl4pPr>
            <a:lvl5pPr>
              <a:buNone/>
              <a:defRPr sz="2800" b="0">
                <a:solidFill>
                  <a:srgbClr val="BAF5D1"/>
                </a:solidFill>
              </a:defRPr>
            </a:lvl5pPr>
            <a:lvl6pPr>
              <a:buNone/>
              <a:defRPr sz="2800" b="0">
                <a:solidFill>
                  <a:srgbClr val="BAF5D1"/>
                </a:solidFill>
              </a:defRPr>
            </a:lvl6pPr>
            <a:lvl7pPr>
              <a:buNone/>
              <a:defRPr sz="2800" b="0">
                <a:solidFill>
                  <a:srgbClr val="BAF5D1"/>
                </a:solidFill>
              </a:defRPr>
            </a:lvl7pPr>
            <a:lvl8pPr>
              <a:buNone/>
              <a:defRPr sz="2800" b="0">
                <a:solidFill>
                  <a:srgbClr val="BAF5D1"/>
                </a:solidFill>
              </a:defRPr>
            </a:lvl8pPr>
            <a:lvl9pPr>
              <a:buNone/>
              <a:defRPr sz="2800" b="0">
                <a:solidFill>
                  <a:srgbClr val="BAF5D1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Seis capítulos + sala en vivo + Lente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FB7387-35C3-4D1A-9CC9-70C12AF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693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900" b="0">
                <a:solidFill>
                  <a:srgbClr val="D9C4FF"/>
                </a:solidFill>
              </a:defRPr>
            </a:defPPr>
            <a:lvl1pPr>
              <a:buNone/>
              <a:defRPr sz="1900" b="0">
                <a:solidFill>
                  <a:srgbClr val="D9C4FF"/>
                </a:solidFill>
              </a:defRPr>
            </a:lvl1pPr>
            <a:lvl2pPr>
              <a:buNone/>
              <a:defRPr sz="1900" b="0">
                <a:solidFill>
                  <a:srgbClr val="D9C4FF"/>
                </a:solidFill>
              </a:defRPr>
            </a:lvl2pPr>
            <a:lvl3pPr>
              <a:buNone/>
              <a:defRPr sz="1900" b="0">
                <a:solidFill>
                  <a:srgbClr val="D9C4FF"/>
                </a:solidFill>
              </a:defRPr>
            </a:lvl3pPr>
            <a:lvl4pPr>
              <a:buNone/>
              <a:defRPr sz="1900" b="0">
                <a:solidFill>
                  <a:srgbClr val="D9C4FF"/>
                </a:solidFill>
              </a:defRPr>
            </a:lvl4pPr>
            <a:lvl5pPr>
              <a:buNone/>
              <a:defRPr sz="1900" b="0">
                <a:solidFill>
                  <a:srgbClr val="D9C4FF"/>
                </a:solidFill>
              </a:defRPr>
            </a:lvl5pPr>
            <a:lvl6pPr>
              <a:buNone/>
              <a:defRPr sz="1900" b="0">
                <a:solidFill>
                  <a:srgbClr val="D9C4FF"/>
                </a:solidFill>
              </a:defRPr>
            </a:lvl6pPr>
            <a:lvl7pPr>
              <a:buNone/>
              <a:defRPr sz="1900" b="0">
                <a:solidFill>
                  <a:srgbClr val="D9C4FF"/>
                </a:solidFill>
              </a:defRPr>
            </a:lvl7pPr>
            <a:lvl8pPr>
              <a:buNone/>
              <a:defRPr sz="1900" b="0">
                <a:solidFill>
                  <a:srgbClr val="D9C4FF"/>
                </a:solidFill>
              </a:defRPr>
            </a:lvl8pPr>
            <a:lvl9pPr>
              <a:buNone/>
              <a:defRPr sz="1900" b="0">
                <a:solidFill>
                  <a:srgbClr val="D9C4FF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D9C4FF"/>
                </a:solidFill>
              </a:rPr>
              <a:t>Respaldo local para explorar y contrastar texto.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D9C4FF"/>
                </a:solidFill>
              </a:rPr>
              <a:t>Las salas compartidas necesitan internet.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4E5861-57C9-493A-B6A7-068ACA4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B3FED8A-3400-4D03-83C1-4E62D75D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33686D2-B526-474B-83A9-C91A10F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1730241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1A8AD6-7DD0-42C9-A8FD-1A735641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FBDA24-6C05-45DD-84F4-DA3784A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04 / EL RIGOR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85723C9-C3C0-41E5-B4C1-F9E88D81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La fuente viaja con el dato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FE823F-0F3C-4E4C-B3F4-BFB812F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967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0">
                <a:solidFill>
                  <a:srgbClr val="BAF5D1"/>
                </a:solidFill>
              </a:defRPr>
            </a:defPPr>
            <a:lvl1pPr>
              <a:defRPr sz="2800" b="0">
                <a:solidFill>
                  <a:srgbClr val="BAF5D1"/>
                </a:solidFill>
              </a:defRPr>
            </a:lvl1pPr>
            <a:lvl2pPr>
              <a:defRPr sz="2800" b="0">
                <a:solidFill>
                  <a:srgbClr val="BAF5D1"/>
                </a:solidFill>
              </a:defRPr>
            </a:lvl2pPr>
            <a:lvl3pPr>
              <a:defRPr sz="2800" b="0">
                <a:solidFill>
                  <a:srgbClr val="BAF5D1"/>
                </a:solidFill>
              </a:defRPr>
            </a:lvl3pPr>
            <a:lvl4pPr>
              <a:defRPr sz="2800" b="0">
                <a:solidFill>
                  <a:srgbClr val="BAF5D1"/>
                </a:solidFill>
              </a:defRPr>
            </a:lvl4pPr>
            <a:lvl5pPr>
              <a:defRPr sz="2800" b="0">
                <a:solidFill>
                  <a:srgbClr val="BAF5D1"/>
                </a:solidFill>
              </a:defRPr>
            </a:lvl5pPr>
            <a:lvl6pPr>
              <a:defRPr sz="2800" b="0">
                <a:solidFill>
                  <a:srgbClr val="BAF5D1"/>
                </a:solidFill>
              </a:defRPr>
            </a:lvl6pPr>
            <a:lvl7pPr>
              <a:defRPr sz="2800" b="0">
                <a:solidFill>
                  <a:srgbClr val="BAF5D1"/>
                </a:solidFill>
              </a:defRPr>
            </a:lvl7pPr>
            <a:lvl8pPr>
              <a:defRPr sz="2800" b="0">
                <a:solidFill>
                  <a:srgbClr val="BAF5D1"/>
                </a:solidFill>
              </a:defRPr>
            </a:lvl8pPr>
            <a:lvl9pPr>
              <a:defRPr sz="2800" b="0">
                <a:solidFill>
                  <a:srgbClr val="BAF5D1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6 elecciones · 32 entidades verificadas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18 grupos de edad nacionales (2024)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0C7741-4ABC-4732-90DE-85C14BA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Sí votaron / (Sí votaron + No votaron) × 100.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Sin no especificados en el denominador.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F0E49D-8EC1-48D7-9807-865B0C9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D96DA79-B15B-4F7F-BFBB-D8D75CB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3EF149-FCFA-4F4E-A398-6E1D43E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1414145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7BEEB9-B17D-47B4-86DE-3D16AA16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B03F94A-26C1-45C2-8C42-A61D1F9A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05 / COMPARAR BIEN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AA2227-428C-49AD-B784-AED791C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−2,7 pp ≠ −2,7%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599AF5-283A-4EA0-9A1B-50BD4A0D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147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2018 62,4% → 2024 59,7%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6FCEFA5-A973-420D-B961-ED1931CB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Presidenciales: −2,7 pp (≈ −4,3% relativo).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Intermedias 2015→2021: +4,7 pp.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4EBA80-6250-44B0-9227-B8A2458C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04D6A2-1877-4595-B7A9-ED0F0B88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087907-DDA9-4239-B80D-67E7F80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3732467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F5FBEA-90D2-4B38-BBA7-1945C73B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5A221A6-1082-4939-9924-8E937029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06 / LA PRÁCTICA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73B624-FFF5-459B-AA79-8500A79C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Siete preguntas con explicación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68F317-D74E-4C1D-AA6C-D6F94C15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147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Edad 25–29: 47,3% nacional en 2024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2066321-F5EF-47F0-85C4-9FDEACBB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Denominador · edad · lectura crítica.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Primer uso: taller de 15 minutos.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81B8D2C-0B3F-4880-9814-3C4B0DA1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C5BC47-C9D1-42DF-A5DE-B444BC3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3C9D15-D5E1-4165-95F1-E536D58C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2073425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3686BD-95C6-465B-8BAF-E4CE339D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E9F8A9-0478-4FF0-9A34-FAFEE501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00" b="1">
                <a:solidFill>
                  <a:srgbClr val="D9C4FF"/>
                </a:solidFill>
              </a:defRPr>
            </a:defPPr>
            <a:lvl1pPr>
              <a:buNone/>
              <a:defRPr sz="1300" b="1">
                <a:solidFill>
                  <a:srgbClr val="D9C4FF"/>
                </a:solidFill>
              </a:defRPr>
            </a:lvl1pPr>
            <a:lvl2pPr>
              <a:buNone/>
              <a:defRPr sz="1300" b="1">
                <a:solidFill>
                  <a:srgbClr val="D9C4FF"/>
                </a:solidFill>
              </a:defRPr>
            </a:lvl2pPr>
            <a:lvl3pPr>
              <a:buNone/>
              <a:defRPr sz="1300" b="1">
                <a:solidFill>
                  <a:srgbClr val="D9C4FF"/>
                </a:solidFill>
              </a:defRPr>
            </a:lvl3pPr>
            <a:lvl4pPr>
              <a:buNone/>
              <a:defRPr sz="1300" b="1">
                <a:solidFill>
                  <a:srgbClr val="D9C4FF"/>
                </a:solidFill>
              </a:defRPr>
            </a:lvl4pPr>
            <a:lvl5pPr>
              <a:buNone/>
              <a:defRPr sz="1300" b="1">
                <a:solidFill>
                  <a:srgbClr val="D9C4FF"/>
                </a:solidFill>
              </a:defRPr>
            </a:lvl5pPr>
            <a:lvl6pPr>
              <a:buNone/>
              <a:defRPr sz="1300" b="1">
                <a:solidFill>
                  <a:srgbClr val="D9C4FF"/>
                </a:solidFill>
              </a:defRPr>
            </a:lvl6pPr>
            <a:lvl7pPr>
              <a:buNone/>
              <a:defRPr sz="1300" b="1">
                <a:solidFill>
                  <a:srgbClr val="D9C4FF"/>
                </a:solidFill>
              </a:defRPr>
            </a:lvl7pPr>
            <a:lvl8pPr>
              <a:buNone/>
              <a:defRPr sz="1300" b="1">
                <a:solidFill>
                  <a:srgbClr val="D9C4FF"/>
                </a:solidFill>
              </a:defRPr>
            </a:lvl8pPr>
            <a:lvl9pPr>
              <a:buNone/>
              <a:defRPr sz="1300" b="1">
                <a:solidFill>
                  <a:srgbClr val="D9C4FF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D9C4FF"/>
                </a:solidFill>
              </a:rPr>
              <a:t>07 / CONVERSACIÓN EN GRUPO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C5C771-0C9A-4768-AEA7-6893817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3900" b="1">
                <a:solidFill>
                  <a:srgbClr val="F9F7F2"/>
                </a:solidFill>
              </a:defRPr>
            </a:defPPr>
            <a:lvl1pPr>
              <a:buNone/>
              <a:defRPr sz="3900" b="1">
                <a:solidFill>
                  <a:srgbClr val="F9F7F2"/>
                </a:solidFill>
              </a:defRPr>
            </a:lvl1pPr>
            <a:lvl2pPr>
              <a:buNone/>
              <a:defRPr sz="3900" b="1">
                <a:solidFill>
                  <a:srgbClr val="F9F7F2"/>
                </a:solidFill>
              </a:defRPr>
            </a:lvl2pPr>
            <a:lvl3pPr>
              <a:buNone/>
              <a:defRPr sz="3900" b="1">
                <a:solidFill>
                  <a:srgbClr val="F9F7F2"/>
                </a:solidFill>
              </a:defRPr>
            </a:lvl3pPr>
            <a:lvl4pPr>
              <a:buNone/>
              <a:defRPr sz="3900" b="1">
                <a:solidFill>
                  <a:srgbClr val="F9F7F2"/>
                </a:solidFill>
              </a:defRPr>
            </a:lvl4pPr>
            <a:lvl5pPr>
              <a:buNone/>
              <a:defRPr sz="3900" b="1">
                <a:solidFill>
                  <a:srgbClr val="F9F7F2"/>
                </a:solidFill>
              </a:defRPr>
            </a:lvl5pPr>
            <a:lvl6pPr>
              <a:buNone/>
              <a:defRPr sz="3900" b="1">
                <a:solidFill>
                  <a:srgbClr val="F9F7F2"/>
                </a:solidFill>
              </a:defRPr>
            </a:lvl6pPr>
            <a:lvl7pPr>
              <a:buNone/>
              <a:defRPr sz="3900" b="1">
                <a:solidFill>
                  <a:srgbClr val="F9F7F2"/>
                </a:solidFill>
              </a:defRPr>
            </a:lvl7pPr>
            <a:lvl8pPr>
              <a:buNone/>
              <a:defRPr sz="3900" b="1">
                <a:solidFill>
                  <a:srgbClr val="F9F7F2"/>
                </a:solidFill>
              </a:defRPr>
            </a:lvl8pPr>
            <a:lvl9pPr>
              <a:buNone/>
              <a:defRPr sz="3900" b="1">
                <a:solidFill>
                  <a:srgbClr val="F9F7F2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9F7F2"/>
                </a:solidFill>
              </a:rPr>
              <a:t>100 VOCES en vivo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696F78-BD97-4E7A-A99A-42C118C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0">
                <a:solidFill>
                  <a:srgbClr val="BAF5D1"/>
                </a:solidFill>
              </a:defRPr>
            </a:defPPr>
            <a:lvl1pPr>
              <a:buNone/>
              <a:defRPr sz="2800" b="0">
                <a:solidFill>
                  <a:srgbClr val="BAF5D1"/>
                </a:solidFill>
              </a:defRPr>
            </a:lvl1pPr>
            <a:lvl2pPr>
              <a:buNone/>
              <a:defRPr sz="2800" b="0">
                <a:solidFill>
                  <a:srgbClr val="BAF5D1"/>
                </a:solidFill>
              </a:defRPr>
            </a:lvl2pPr>
            <a:lvl3pPr>
              <a:buNone/>
              <a:defRPr sz="2800" b="0">
                <a:solidFill>
                  <a:srgbClr val="BAF5D1"/>
                </a:solidFill>
              </a:defRPr>
            </a:lvl3pPr>
            <a:lvl4pPr>
              <a:buNone/>
              <a:defRPr sz="2800" b="0">
                <a:solidFill>
                  <a:srgbClr val="BAF5D1"/>
                </a:solidFill>
              </a:defRPr>
            </a:lvl4pPr>
            <a:lvl5pPr>
              <a:buNone/>
              <a:defRPr sz="2800" b="0">
                <a:solidFill>
                  <a:srgbClr val="BAF5D1"/>
                </a:solidFill>
              </a:defRPr>
            </a:lvl5pPr>
            <a:lvl6pPr>
              <a:buNone/>
              <a:defRPr sz="2800" b="0">
                <a:solidFill>
                  <a:srgbClr val="BAF5D1"/>
                </a:solidFill>
              </a:defRPr>
            </a:lvl6pPr>
            <a:lvl7pPr>
              <a:buNone/>
              <a:defRPr sz="2800" b="0">
                <a:solidFill>
                  <a:srgbClr val="BAF5D1"/>
                </a:solidFill>
              </a:defRPr>
            </a:lvl7pPr>
            <a:lvl8pPr>
              <a:buNone/>
              <a:defRPr sz="2800" b="0">
                <a:solidFill>
                  <a:srgbClr val="BAF5D1"/>
                </a:solidFill>
              </a:defRPr>
            </a:lvl8pPr>
            <a:lvl9pPr>
              <a:buNone/>
              <a:defRPr sz="2800" b="0">
                <a:solidFill>
                  <a:srgbClr val="BAF5D1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QR → estimación → evidencia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92AAC6-F10A-4BBB-A398-95895D6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693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900" b="0">
                <a:solidFill>
                  <a:srgbClr val="D9C4FF"/>
                </a:solidFill>
              </a:defRPr>
            </a:defPPr>
            <a:lvl1pPr>
              <a:buNone/>
              <a:defRPr sz="1900" b="0">
                <a:solidFill>
                  <a:srgbClr val="D9C4FF"/>
                </a:solidFill>
              </a:defRPr>
            </a:lvl1pPr>
            <a:lvl2pPr>
              <a:buNone/>
              <a:defRPr sz="1900" b="0">
                <a:solidFill>
                  <a:srgbClr val="D9C4FF"/>
                </a:solidFill>
              </a:defRPr>
            </a:lvl2pPr>
            <a:lvl3pPr>
              <a:buNone/>
              <a:defRPr sz="1900" b="0">
                <a:solidFill>
                  <a:srgbClr val="D9C4FF"/>
                </a:solidFill>
              </a:defRPr>
            </a:lvl3pPr>
            <a:lvl4pPr>
              <a:buNone/>
              <a:defRPr sz="1900" b="0">
                <a:solidFill>
                  <a:srgbClr val="D9C4FF"/>
                </a:solidFill>
              </a:defRPr>
            </a:lvl4pPr>
            <a:lvl5pPr>
              <a:buNone/>
              <a:defRPr sz="1900" b="0">
                <a:solidFill>
                  <a:srgbClr val="D9C4FF"/>
                </a:solidFill>
              </a:defRPr>
            </a:lvl5pPr>
            <a:lvl6pPr>
              <a:buNone/>
              <a:defRPr sz="1900" b="0">
                <a:solidFill>
                  <a:srgbClr val="D9C4FF"/>
                </a:solidFill>
              </a:defRPr>
            </a:lvl6pPr>
            <a:lvl7pPr>
              <a:buNone/>
              <a:defRPr sz="1900" b="0">
                <a:solidFill>
                  <a:srgbClr val="D9C4FF"/>
                </a:solidFill>
              </a:defRPr>
            </a:lvl7pPr>
            <a:lvl8pPr>
              <a:buNone/>
              <a:defRPr sz="1900" b="0">
                <a:solidFill>
                  <a:srgbClr val="D9C4FF"/>
                </a:solidFill>
              </a:defRPr>
            </a:lvl8pPr>
            <a:lvl9pPr>
              <a:buNone/>
              <a:defRPr sz="1900" b="0">
                <a:solidFill>
                  <a:srgbClr val="D9C4FF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D9C4FF"/>
                </a:solidFill>
              </a:rPr>
              <a:t>Tres rondas y resumen de la sesión.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D9C4FF"/>
                </a:solidFill>
              </a:rPr>
              <a:t>Recuerdo inmediato; no aprendizaje demostrado.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2569E5-69AD-4258-A5C4-8A039E1F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9DADBAC-98BD-4C85-8A87-9D108EB4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1C693B-6337-4EFF-9B2B-D9E52D93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1241940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919580-89E0-4B10-AE96-8AFC615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C46CAD-23B4-4422-B3E9-040DE7D6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300" b="1">
                <a:solidFill>
                  <a:srgbClr val="D9C4FF"/>
                </a:solidFill>
              </a:defRPr>
            </a:defPPr>
            <a:lvl1pPr>
              <a:buNone/>
              <a:defRPr sz="1300" b="1">
                <a:solidFill>
                  <a:srgbClr val="D9C4FF"/>
                </a:solidFill>
              </a:defRPr>
            </a:lvl1pPr>
            <a:lvl2pPr>
              <a:buNone/>
              <a:defRPr sz="1300" b="1">
                <a:solidFill>
                  <a:srgbClr val="D9C4FF"/>
                </a:solidFill>
              </a:defRPr>
            </a:lvl2pPr>
            <a:lvl3pPr>
              <a:buNone/>
              <a:defRPr sz="1300" b="1">
                <a:solidFill>
                  <a:srgbClr val="D9C4FF"/>
                </a:solidFill>
              </a:defRPr>
            </a:lvl3pPr>
            <a:lvl4pPr>
              <a:buNone/>
              <a:defRPr sz="1300" b="1">
                <a:solidFill>
                  <a:srgbClr val="D9C4FF"/>
                </a:solidFill>
              </a:defRPr>
            </a:lvl4pPr>
            <a:lvl5pPr>
              <a:buNone/>
              <a:defRPr sz="1300" b="1">
                <a:solidFill>
                  <a:srgbClr val="D9C4FF"/>
                </a:solidFill>
              </a:defRPr>
            </a:lvl5pPr>
            <a:lvl6pPr>
              <a:buNone/>
              <a:defRPr sz="1300" b="1">
                <a:solidFill>
                  <a:srgbClr val="D9C4FF"/>
                </a:solidFill>
              </a:defRPr>
            </a:lvl6pPr>
            <a:lvl7pPr>
              <a:buNone/>
              <a:defRPr sz="1300" b="1">
                <a:solidFill>
                  <a:srgbClr val="D9C4FF"/>
                </a:solidFill>
              </a:defRPr>
            </a:lvl7pPr>
            <a:lvl8pPr>
              <a:buNone/>
              <a:defRPr sz="1300" b="1">
                <a:solidFill>
                  <a:srgbClr val="D9C4FF"/>
                </a:solidFill>
              </a:defRPr>
            </a:lvl8pPr>
            <a:lvl9pPr>
              <a:buNone/>
              <a:defRPr sz="1300" b="1">
                <a:solidFill>
                  <a:srgbClr val="D9C4FF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D9C4FF"/>
                </a:solidFill>
              </a:rPr>
              <a:t>08 / LECTURA CRÍTICA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EEE416A-0756-4114-A47B-2ED8796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3900" b="1">
                <a:solidFill>
                  <a:srgbClr val="F9F7F2"/>
                </a:solidFill>
              </a:defRPr>
            </a:defPPr>
            <a:lvl1pPr>
              <a:buNone/>
              <a:defRPr sz="3900" b="1">
                <a:solidFill>
                  <a:srgbClr val="F9F7F2"/>
                </a:solidFill>
              </a:defRPr>
            </a:lvl1pPr>
            <a:lvl2pPr>
              <a:buNone/>
              <a:defRPr sz="3900" b="1">
                <a:solidFill>
                  <a:srgbClr val="F9F7F2"/>
                </a:solidFill>
              </a:defRPr>
            </a:lvl2pPr>
            <a:lvl3pPr>
              <a:buNone/>
              <a:defRPr sz="3900" b="1">
                <a:solidFill>
                  <a:srgbClr val="F9F7F2"/>
                </a:solidFill>
              </a:defRPr>
            </a:lvl3pPr>
            <a:lvl4pPr>
              <a:buNone/>
              <a:defRPr sz="3900" b="1">
                <a:solidFill>
                  <a:srgbClr val="F9F7F2"/>
                </a:solidFill>
              </a:defRPr>
            </a:lvl4pPr>
            <a:lvl5pPr>
              <a:buNone/>
              <a:defRPr sz="3900" b="1">
                <a:solidFill>
                  <a:srgbClr val="F9F7F2"/>
                </a:solidFill>
              </a:defRPr>
            </a:lvl5pPr>
            <a:lvl6pPr>
              <a:buNone/>
              <a:defRPr sz="3900" b="1">
                <a:solidFill>
                  <a:srgbClr val="F9F7F2"/>
                </a:solidFill>
              </a:defRPr>
            </a:lvl6pPr>
            <a:lvl7pPr>
              <a:buNone/>
              <a:defRPr sz="3900" b="1">
                <a:solidFill>
                  <a:srgbClr val="F9F7F2"/>
                </a:solidFill>
              </a:defRPr>
            </a:lvl7pPr>
            <a:lvl8pPr>
              <a:buNone/>
              <a:defRPr sz="3900" b="1">
                <a:solidFill>
                  <a:srgbClr val="F9F7F2"/>
                </a:solidFill>
              </a:defRPr>
            </a:lvl8pPr>
            <a:lvl9pPr>
              <a:buNone/>
              <a:defRPr sz="3900" b="1">
                <a:solidFill>
                  <a:srgbClr val="F9F7F2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9F7F2"/>
                </a:solidFill>
              </a:rPr>
              <a:t>Lente Ciudadana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9EEC68-39B1-4056-AD96-7E172A4F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0">
                <a:solidFill>
                  <a:srgbClr val="BAF5D1"/>
                </a:solidFill>
              </a:defRPr>
            </a:defPPr>
            <a:lvl1pPr>
              <a:buNone/>
              <a:defRPr sz="2800" b="0">
                <a:solidFill>
                  <a:srgbClr val="BAF5D1"/>
                </a:solidFill>
              </a:defRPr>
            </a:lvl1pPr>
            <a:lvl2pPr>
              <a:buNone/>
              <a:defRPr sz="2800" b="0">
                <a:solidFill>
                  <a:srgbClr val="BAF5D1"/>
                </a:solidFill>
              </a:defRPr>
            </a:lvl2pPr>
            <a:lvl3pPr>
              <a:buNone/>
              <a:defRPr sz="2800" b="0">
                <a:solidFill>
                  <a:srgbClr val="BAF5D1"/>
                </a:solidFill>
              </a:defRPr>
            </a:lvl3pPr>
            <a:lvl4pPr>
              <a:buNone/>
              <a:defRPr sz="2800" b="0">
                <a:solidFill>
                  <a:srgbClr val="BAF5D1"/>
                </a:solidFill>
              </a:defRPr>
            </a:lvl4pPr>
            <a:lvl5pPr>
              <a:buNone/>
              <a:defRPr sz="2800" b="0">
                <a:solidFill>
                  <a:srgbClr val="BAF5D1"/>
                </a:solidFill>
              </a:defRPr>
            </a:lvl5pPr>
            <a:lvl6pPr>
              <a:buNone/>
              <a:defRPr sz="2800" b="0">
                <a:solidFill>
                  <a:srgbClr val="BAF5D1"/>
                </a:solidFill>
              </a:defRPr>
            </a:lvl6pPr>
            <a:lvl7pPr>
              <a:buNone/>
              <a:defRPr sz="2800" b="0">
                <a:solidFill>
                  <a:srgbClr val="BAF5D1"/>
                </a:solidFill>
              </a:defRPr>
            </a:lvl7pPr>
            <a:lvl8pPr>
              <a:buNone/>
              <a:defRPr sz="2800" b="0">
                <a:solidFill>
                  <a:srgbClr val="BAF5D1"/>
                </a:solidFill>
              </a:defRPr>
            </a:lvl8pPr>
            <a:lvl9pPr>
              <a:buNone/>
              <a:defRPr sz="2800" b="0">
                <a:solidFill>
                  <a:srgbClr val="BAF5D1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BAF5D1"/>
                </a:solidFill>
              </a:rPr>
              <a:t>Una captura. Una cifra con contexto.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CD7063-F7B0-4EB6-8CB6-F4A894ED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693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900" b="0">
                <a:solidFill>
                  <a:srgbClr val="D9C4FF"/>
                </a:solidFill>
              </a:defRPr>
            </a:defPPr>
            <a:lvl1pPr>
              <a:buNone/>
              <a:defRPr sz="1900" b="0">
                <a:solidFill>
                  <a:srgbClr val="D9C4FF"/>
                </a:solidFill>
              </a:defRPr>
            </a:lvl1pPr>
            <a:lvl2pPr>
              <a:buNone/>
              <a:defRPr sz="1900" b="0">
                <a:solidFill>
                  <a:srgbClr val="D9C4FF"/>
                </a:solidFill>
              </a:defRPr>
            </a:lvl2pPr>
            <a:lvl3pPr>
              <a:buNone/>
              <a:defRPr sz="1900" b="0">
                <a:solidFill>
                  <a:srgbClr val="D9C4FF"/>
                </a:solidFill>
              </a:defRPr>
            </a:lvl3pPr>
            <a:lvl4pPr>
              <a:buNone/>
              <a:defRPr sz="1900" b="0">
                <a:solidFill>
                  <a:srgbClr val="D9C4FF"/>
                </a:solidFill>
              </a:defRPr>
            </a:lvl4pPr>
            <a:lvl5pPr>
              <a:buNone/>
              <a:defRPr sz="1900" b="0">
                <a:solidFill>
                  <a:srgbClr val="D9C4FF"/>
                </a:solidFill>
              </a:defRPr>
            </a:lvl5pPr>
            <a:lvl6pPr>
              <a:buNone/>
              <a:defRPr sz="1900" b="0">
                <a:solidFill>
                  <a:srgbClr val="D9C4FF"/>
                </a:solidFill>
              </a:defRPr>
            </a:lvl6pPr>
            <a:lvl7pPr>
              <a:buNone/>
              <a:defRPr sz="1900" b="0">
                <a:solidFill>
                  <a:srgbClr val="D9C4FF"/>
                </a:solidFill>
              </a:defRPr>
            </a:lvl7pPr>
            <a:lvl8pPr>
              <a:buNone/>
              <a:defRPr sz="1900" b="0">
                <a:solidFill>
                  <a:srgbClr val="D9C4FF"/>
                </a:solidFill>
              </a:defRPr>
            </a:lvl8pPr>
            <a:lvl9pPr>
              <a:buNone/>
              <a:defRPr sz="1900" b="0">
                <a:solidFill>
                  <a:srgbClr val="D9C4FF"/>
                </a:solidFill>
              </a:defRPr>
            </a:lvl9pPr>
          </a:lstStyle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D9C4FF"/>
                </a:solidFill>
              </a:rPr>
              <a:t>OCR local y selección entre varias cifras.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D9C4FF"/>
                </a:solidFill>
              </a:rPr>
              <a:t>Confirmar año, ámbito y unidad; consultar fuentes.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3A3E7B-8029-4591-B103-42D4E06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DC6B65-9A4F-4345-A5B8-0733AC7B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4427B7-D374-47DB-A59B-45973580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7913201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1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BF0543-DC13-4140-BC69-033639A5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5488"/>
            <a:ext cx="457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5D9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5EE575A-E8AC-433F-9EDE-313CCC6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749300"/>
            <a:ext cx="10985500" cy="44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300" b="1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09 / LA INVITACIÓN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BB9A0E-E368-4689-825E-5C592DD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1524000"/>
            <a:ext cx="10858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3900" b="1">
                <a:solidFill>
                  <a:srgbClr val="F9F7F2"/>
                </a:solidFill>
                <a:latin typeface="Arial"/>
                <a:ea typeface="Arial"/>
                <a:cs typeface="Arial"/>
              </a:defRPr>
            </a:pPr>
            <a:r>
              <a:t>Los datos ya hablan.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D82076D-CD60-4C7E-9F1D-9B0A9E6D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02000"/>
            <a:ext cx="10858500" cy="147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2800" b="0">
                <a:solidFill>
                  <a:srgbClr val="BAF5D1"/>
                </a:solidFill>
                <a:latin typeface="Arial"/>
                <a:ea typeface="Arial"/>
                <a:cs typeface="Arial"/>
              </a:defRPr>
            </a:pPr>
            <a:r>
              <a:t>Hagamos que se entiendan.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6691DB-BED5-4E44-847C-1DD6FF8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67300"/>
            <a:ext cx="10922000" cy="990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Observar una cifra. Reconocer sus límites.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900" b="0">
                <a:solidFill>
                  <a:srgbClr val="D9C4FF"/>
                </a:solidFill>
                <a:latin typeface="Arial"/>
                <a:ea typeface="Arial"/>
                <a:cs typeface="Arial"/>
              </a:defRPr>
            </a:pPr>
            <a:r>
              <a:t>Compartir una explicación con fuente.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BCB81D-84F4-4DF3-B9BC-E94F70BA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108700"/>
            <a:ext cx="109220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INE: Manual CCPC, pp. 16, 17, 21, 30 · Edades: Estudio Participación 2024, p. 18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A1AD714-19E9-4CB2-8D69-35620634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6451600"/>
            <a:ext cx="1016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Proyecto independiente · Sin aval del INE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DC72AA-3E44-4F28-9BBE-FD473C7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900" y="6451600"/>
            <a:ext cx="88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900" b="0">
                <a:solidFill>
                  <a:srgbClr val="C2C3CC"/>
                </a:solidFill>
                <a:latin typeface="Arial"/>
                <a:ea typeface="Arial"/>
                <a:cs typeface="Arial"/>
              </a:defRPr>
            </a:pPr>
            <a: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02254942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2026-10-27T13:59:19.3260000Z</dcterms:created>
  <dcterms:modified xsi:type="dcterms:W3CDTF">2026-10-27T13:59:19.3260000Z</dcterms:modified>
</coreProperties>
</file>