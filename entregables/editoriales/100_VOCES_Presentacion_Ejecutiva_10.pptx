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la pregunta: ¿qué significa 59,7%? Declarar independencia institucional.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Edades: https://repositoriodocumental.ine.mx/xmlui/bitstream/handle/123456789/186643/Deceyec-Estudio-Participaci%C3%B3n-ciudadada-2024.pdf#page=18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Distinguir la hipótesis de comprensión de cualquier impacto electoral. No hay piloto reportado.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Edades: https://repositoriodocumental.ine.mx/xmlui/bitstream/handle/123456789/186643/Deceyec-Estudio-Participaci%C3%B3n-ciudadada-2024.pdf#page=18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los puntos y explicar denominador. Fuente nacional: manual p. 21.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Edades: https://repositoriodocumental.ine.mx/xmlui/bitstream/handle/123456789/186643/Deceyec-Estudio-Participaci%C3%B3n-ciudadada-2024.pdf#page=18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duraciones de recorridos son pautas editoriales. Demostración manual con notas.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Edades: https://repositoriodocumental.ine.mx/xmlui/bitstream/handle/123456789/186643/Deceyec-Estudio-Participaci%C3%B3n-ciudadada-2024.pdf#page=18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revelar evidencia: valor, ámbito, fuente, revisión y límites. Consultar registro de fuentes para estado de verificación.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Edades: https://repositoriodocumental.ine.mx/xmlui/bitstream/handle/123456789/186643/Deceyec-Estudio-Participaci%C3%B3n-ciudadada-2024.pdf#page=18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atribuir cambios a motivaciones o intervenciones. Separar tipo de elección conserva contexto.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Edades: https://repositoriodocumental.ine.mx/xmlui/bitstream/handle/123456789/186643/Deceyec-Estudio-Participaci%C3%B3n-ciudadada-2024.pdf#page=18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una respuesta incorrecta y explicar por qué aprender no es solo acertar. No presentar puntuación como escala validada.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Edades: https://repositoriodocumental.ine.mx/xmlui/bitstream/handle/123456789/186643/Deceyec-Estudio-Participaci%C3%B3n-ciudadada-2024.pdf#page=18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control absoluto va de 0 a 100. Exportación nacional, complemento, entidad o edad nacional de 2024. Incluir fuente dentro de la imagen.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Edades: https://repositoriodocumental.ine.mx/xmlui/bitstream/handle/123456789/186643/Deceyec-Estudio-Participaci%C3%B3n-ciudadada-2024.pdf#page=18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Distinguir construcción de verificación. La publicación, video final, firmas y piloto tienen controles separados. Mantener requiere responsables.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Edades: https://repositoriodocumental.ine.mx/xmlui/bitstream/handle/123456789/186643/Deceyec-Estudio-Participaci%C3%B3n-ciudadada-2024.pdf#page=18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a los 2:50. No afirmar publicación, aval institucional ni impacto medido. Consultar el reporte real de pruebas.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Edades: https://repositoriodocumental.ine.mx/xmlui/bitstream/handle/123456789/186643/Deceyec-Estudio-Participaci%C3%B3n-ciudadada-2024.pdf#page=18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RETO 3 / STORYTELLING CON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100 VOCES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Así participa México.</a:t>
            </a:r>
          </a:p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Seis momentos para comprender un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Participación ciudadana · CCPC 2009–2024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INE: Manual CCPC, pp. 16, 17, 21, 30 · Edades: Estudio Participación 2024, p.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01 / 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Los datos necesitan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Un porcentaje aislado no explica</a:t>
            </a:r>
          </a:p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qué mide ni qué permite concluir.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Público: jóvenes, aula y divulgación cívica.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Propósito: comprensión e interpretación crítica.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INE: Manual CCPC, pp. 16, 17, 21, 30 · Edades: Estudio Participación 2024, p.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02 / LA PRIMERA ESCENA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Una cifra, cien puntos</a:t>
            </a:r>
          </a:p>
        </p:txBody>
      </p:sp>
      <p:sp>
        <p:nvSpPr>
          <p:cNvPr id="5" name="Oval 4"/>
          <p:cNvSpPr/>
          <p:nvPr/>
        </p:nvSpPr>
        <p:spPr>
          <a:xfrm>
            <a:off x="6350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938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732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26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14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908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702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1496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290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084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87799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672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466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260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054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848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642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436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50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938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32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7526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320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114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5908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702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96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4290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084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87799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2672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466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8260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1054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848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6642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9436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144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938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4732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7526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320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3114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5908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8702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1496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290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7084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987799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672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5466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8260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1054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3848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6642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9436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350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144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938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4732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7526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0320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3114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5908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8702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1496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4290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7084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87799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2672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5466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8260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1054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3848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6642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9436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50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44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1938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4732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7526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0320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114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5908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8702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1496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4290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7084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987799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2672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5466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8260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054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3848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6642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9436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40500" y="3505200"/>
            <a:ext cx="4889500" cy="10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BAF5D1"/>
                </a:solidFill>
                <a:latin typeface="Arial"/>
              </a:defRPr>
            </a:pPr>
            <a:r>
              <a:t>59,7%</a:t>
            </a:r>
          </a:p>
          <a:p>
            <a:pPr>
              <a:spcAft>
                <a:spcPts val="900"/>
              </a:spcAft>
              <a:defRPr sz="2100" b="0">
                <a:solidFill>
                  <a:srgbClr val="BAF5D1"/>
                </a:solidFill>
                <a:latin typeface="Arial"/>
              </a:defRPr>
            </a:pPr>
            <a:r>
              <a:t>2024 · Participación nacional CCPC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Cien puntos: ilustración redondeada.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Tasa: un decimal. Complemento: 40,3%.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INE: Manual CCPC, pp. 16, 17, 21, 30 · Edades: Estudio Participación 2024, p. 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03 / LA HISTORIA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Observar → comparar → explorar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Aprender → imaginar → compartir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Seis capítulos con datos, explicación y evidencia.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Recorrido rápido: pauta de 60 s. Jurado: 3 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INE: Manual CCPC, pp. 16, 17, 21, 30 · Edades: Estudio Participación 2024, p.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04 / EL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La fuente viaja con el dato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6 elecciones · 8 entidades seleccionadas</a:t>
            </a:r>
          </a:p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18 grupos de edad nacionales (2024)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Sí votaron / (Sí votaron + No votaron) × 100.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Sin no especificados en el denominador.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INE: Manual CCPC, pp. 16, 17, 21, 30 · Edades: Estudio Participación 2024, p.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05 / COMPARAR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−2,7 pp ≠ −2,7%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2018 62,4% → 2024 59,7%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Presidenciales: −2,7 pp (≈ −4,3% relativo).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Intermedias 2015→2021: +4,7 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INE: Manual CCPC, pp. 16, 17, 21, 30 · Edades: Estudio Participación 2024, p.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06 / LA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Siete preguntas con explicación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Edad 25–29: 47,3% nacional en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Denominador · edad · lectura crítica.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Primer uso: taller de 15 minutos.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INE: Manual CCPC, pp. 16, 17, 21, 30 · Edades: Estudio Participación 2024, p.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07 / IMAGINAR Y COMPARTIR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Un escenario no es una predicción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Referencia: 59,7% · A: 54,7% · B: 64,7%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A: −5,0 pp · B: +5,0 pp · B−A: 10,0 pp.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Tarjetas y carrusel con texto accesible.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INE: Manual CCPC, pp. 16, 17, 21, 30 · Edades: Estudio Participación 2024, p.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08 / VIABILIDAD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Una herramienta que puede adaptarse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Web estática y versión local</a:t>
            </a:r>
          </a:p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Datos agregados, sin registro de personas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Kit docente descargable · respaldo sin red.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Sitio privado; acceso público por comprobar.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INE: Manual CCPC, pp. 16, 17, 21, 30 · Edades: Estudio Participación 2024, p.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09 / LA INVITACIÓN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Los datos ya hablan.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Hagamos que se entiendan.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Observar una cifra. Reconocer sus límites.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Compartir una explicación con fuente.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INE: Manual CCPC, pp. 16, 17, 21, 30 · Edades: Estudio Participación 2024, p.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